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AI-Powered Workplace Productivity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A practical AI solution for automating common workplace tasks.</a:t>
            </a:r>
          </a:p>
          <a:p>
            <a:pPr>
              <a:spcAft>
                <a:spcPts val="1200"/>
              </a:spcAft>
              <a:defRPr sz="1800"/>
            </a:pPr>
            <a:r>
              <a:t>Prepared by Aamina Mongwe</a:t>
            </a:r>
          </a:p>
          <a:p>
            <a:pPr>
              <a:spcAft>
                <a:spcPts val="1200"/>
              </a:spcAft>
              <a:defRPr sz="1800"/>
            </a:pPr>
            <a:r>
              <a:t>17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The Workplace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Professionals spend time on repetitive communication, meeting processing, planning and research.</a:t>
            </a:r>
          </a:p>
          <a:p>
            <a:pPr>
              <a:spcAft>
                <a:spcPts val="1200"/>
              </a:spcAft>
              <a:defRPr sz="1800"/>
            </a:pPr>
            <a:r>
              <a:t>Manual processes can be slow, inconsistent and difficult to prioritize.</a:t>
            </a:r>
          </a:p>
          <a:p>
            <a:pPr>
              <a:spcAft>
                <a:spcPts val="1200"/>
              </a:spcAft>
              <a:defRPr sz="1800"/>
            </a:pPr>
            <a:r>
              <a:t>Goal: use AI to assist with routine work while keeping humans in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Build a practical AI-powered assistant that demonstrates real workplace value.</a:t>
            </a:r>
          </a:p>
          <a:p>
            <a:pPr>
              <a:spcAft>
                <a:spcPts val="1200"/>
              </a:spcAft>
              <a:defRPr sz="1800"/>
            </a:pPr>
            <a:r>
              <a:t>Apply effective prompt engineering.</a:t>
            </a:r>
          </a:p>
          <a:p>
            <a:pPr>
              <a:spcAft>
                <a:spcPts val="1200"/>
              </a:spcAft>
              <a:defRPr sz="1800"/>
            </a:pPr>
            <a:r>
              <a:t>Measure functionality and usefulness through realistic scenarios.</a:t>
            </a:r>
          </a:p>
          <a:p>
            <a:pPr>
              <a:spcAft>
                <a:spcPts val="1200"/>
              </a:spcAft>
              <a:defRPr sz="1800"/>
            </a:pPr>
            <a:r>
              <a:t>Use responsible AI practices, including verification and privacy safeguards.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One assistant with five workplace productivity functions.</a:t>
            </a:r>
          </a:p>
          <a:p>
            <a:pPr>
              <a:spcAft>
                <a:spcPts val="1200"/>
              </a:spcAft>
              <a:defRPr sz="1800"/>
            </a:pPr>
            <a:r>
              <a:t>User provides context → AI processes request → structured output → human review.</a:t>
            </a:r>
          </a:p>
          <a:p>
            <a:pPr>
              <a:spcAft>
                <a:spcPts val="1200"/>
              </a:spcAft>
              <a:defRPr sz="1800"/>
            </a:pPr>
            <a:r>
              <a:t>Designed for office administrators, managers, team members, students and knowledge workers.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Smart Email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Generates context-based professional emails.</a:t>
            </a:r>
          </a:p>
          <a:p>
            <a:pPr>
              <a:spcAft>
                <a:spcPts val="1200"/>
              </a:spcAft>
              <a:defRPr sz="1800"/>
            </a:pPr>
            <a:r>
              <a:t>Supports formal, informal and persuasive tones.</a:t>
            </a:r>
          </a:p>
          <a:p>
            <a:pPr>
              <a:spcAft>
                <a:spcPts val="1200"/>
              </a:spcAft>
              <a:defRPr sz="1800"/>
            </a:pPr>
            <a:r>
              <a:t>Adapts to clients, managers and teams.</a:t>
            </a:r>
          </a:p>
          <a:p>
            <a:pPr>
              <a:spcAft>
                <a:spcPts val="1200"/>
              </a:spcAft>
              <a:defRPr sz="1800"/>
            </a:pPr>
            <a:r>
              <a:t>Output: subject line + email body + review checklist.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Meeting Notes Summarizer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Converts lengthy notes into concise summaries.</a:t>
            </a:r>
          </a:p>
          <a:p>
            <a:pPr>
              <a:spcAft>
                <a:spcPts val="1200"/>
              </a:spcAft>
              <a:defRPr sz="1800"/>
            </a:pPr>
            <a:r>
              <a:t>Extracts decisions and action items.</a:t>
            </a:r>
          </a:p>
          <a:p>
            <a:pPr>
              <a:spcAft>
                <a:spcPts val="1200"/>
              </a:spcAft>
              <a:defRPr sz="1800"/>
            </a:pPr>
            <a:r>
              <a:t>Identifies owners and deadlines.</a:t>
            </a:r>
          </a:p>
          <a:p>
            <a:pPr>
              <a:spcAft>
                <a:spcPts val="1200"/>
              </a:spcAft>
              <a:defRPr sz="1800"/>
            </a:pPr>
            <a:r>
              <a:t>Missing information is marked rather than invented.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AI Task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Creates daily or weekly plans.</a:t>
            </a:r>
          </a:p>
          <a:p>
            <a:pPr>
              <a:spcAft>
                <a:spcPts val="1200"/>
              </a:spcAft>
              <a:defRPr sz="1800"/>
            </a:pPr>
            <a:r>
              <a:t>Prioritizes tasks using urgency and importance.</a:t>
            </a:r>
          </a:p>
          <a:p>
            <a:pPr>
              <a:spcAft>
                <a:spcPts val="1200"/>
              </a:spcAft>
              <a:defRPr sz="1800"/>
            </a:pPr>
            <a:r>
              <a:t>Allocates realistic time blocks and breaks.</a:t>
            </a:r>
          </a:p>
          <a:p>
            <a:pPr>
              <a:spcAft>
                <a:spcPts val="1200"/>
              </a:spcAft>
              <a:defRPr sz="1800"/>
            </a:pPr>
            <a:r>
              <a:t>Explains prioritization assumptions.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AI Research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Summarizes supplied articles, reports or topics.</a:t>
            </a:r>
          </a:p>
          <a:p>
            <a:pPr>
              <a:spcAft>
                <a:spcPts val="1200"/>
              </a:spcAft>
              <a:defRPr sz="1800"/>
            </a:pPr>
            <a:r>
              <a:t>Extracts key insights and evidence.</a:t>
            </a:r>
          </a:p>
          <a:p>
            <a:pPr>
              <a:spcAft>
                <a:spcPts val="1200"/>
              </a:spcAft>
              <a:defRPr sz="1800"/>
            </a:pPr>
            <a:r>
              <a:t>Explains complex information in plain language.</a:t>
            </a:r>
          </a:p>
          <a:p>
            <a:pPr>
              <a:spcAft>
                <a:spcPts val="1200"/>
              </a:spcAft>
              <a:defRPr sz="1800"/>
            </a:pPr>
            <a:r>
              <a:t>Identifies limitations and questions requiring verification.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AI Workplace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Provides an interactive workplace-assistant experience.</a:t>
            </a:r>
          </a:p>
          <a:p>
            <a:pPr>
              <a:spcAft>
                <a:spcPts val="1200"/>
              </a:spcAft>
              <a:defRPr sz="1800"/>
            </a:pPr>
            <a:r>
              <a:t>Identifies the type of request.</a:t>
            </a:r>
          </a:p>
          <a:p>
            <a:pPr>
              <a:spcAft>
                <a:spcPts val="1200"/>
              </a:spcAft>
              <a:defRPr sz="1800"/>
            </a:pPr>
            <a:r>
              <a:t>Asks for missing context when necessary.</a:t>
            </a:r>
          </a:p>
          <a:p>
            <a:pPr>
              <a:spcAft>
                <a:spcPts val="1200"/>
              </a:spcAft>
              <a:defRPr sz="1800"/>
            </a:pPr>
            <a:r>
              <a:t>Routes users to the appropriate productivity function.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Role: define the assistant’s purpose.</a:t>
            </a:r>
          </a:p>
          <a:p>
            <a:pPr>
              <a:spcAft>
                <a:spcPts val="1200"/>
              </a:spcAft>
              <a:defRPr sz="1800"/>
            </a:pPr>
            <a:r>
              <a:t>Task: state exactly what must be done.</a:t>
            </a:r>
          </a:p>
          <a:p>
            <a:pPr>
              <a:spcAft>
                <a:spcPts val="1200"/>
              </a:spcAft>
              <a:defRPr sz="1800"/>
            </a:pPr>
            <a:r>
              <a:t>Context: provide audience and relevant information.</a:t>
            </a:r>
          </a:p>
          <a:p>
            <a:pPr>
              <a:spcAft>
                <a:spcPts val="1200"/>
              </a:spcAft>
              <a:defRPr sz="1800"/>
            </a:pPr>
            <a:r>
              <a:t>Constraints: specify what the AI must not assume.</a:t>
            </a:r>
          </a:p>
          <a:p>
            <a:pPr>
              <a:spcAft>
                <a:spcPts val="1200"/>
              </a:spcAft>
              <a:defRPr sz="1800"/>
            </a:pPr>
            <a:r>
              <a:t>Output format: define the required structure.</a:t>
            </a:r>
          </a:p>
          <a:p>
            <a:pPr>
              <a:spcAft>
                <a:spcPts val="1200"/>
              </a:spcAft>
              <a:defRPr sz="1800"/>
            </a:pPr>
            <a:r>
              <a:t>Verification: require uncertainty and missing information to be flagged.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Sample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“Act as a professional workplace communication assistant.”</a:t>
            </a:r>
          </a:p>
          <a:p>
            <a:pPr>
              <a:spcAft>
                <a:spcPts val="1200"/>
              </a:spcAft>
              <a:defRPr sz="1800"/>
            </a:pPr>
            <a:r>
              <a:t>“Draft a concise formal email to a manager requesting a one-day extension.”</a:t>
            </a:r>
          </a:p>
          <a:p>
            <a:pPr>
              <a:spcAft>
                <a:spcPts val="1200"/>
              </a:spcAft>
              <a:defRPr sz="1800"/>
            </a:pPr>
            <a:r>
              <a:t>“Use only the facts supplied. Do not invent reasons.”</a:t>
            </a:r>
          </a:p>
          <a:p>
            <a:pPr>
              <a:spcAft>
                <a:spcPts val="1200"/>
              </a:spcAft>
              <a:defRPr sz="1800"/>
            </a:pPr>
            <a:r>
              <a:t>“Return a subject line and email body.”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Testing &amp; Refinement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Test each function with realistic workplace scenarios.</a:t>
            </a:r>
          </a:p>
          <a:p>
            <a:pPr>
              <a:spcAft>
                <a:spcPts val="1200"/>
              </a:spcAft>
              <a:defRPr sz="1800"/>
            </a:pPr>
            <a:r>
              <a:t>Compare outputs against the original input.</a:t>
            </a:r>
          </a:p>
          <a:p>
            <a:pPr>
              <a:spcAft>
                <a:spcPts val="1200"/>
              </a:spcAft>
              <a:defRPr sz="1800"/>
            </a:pPr>
            <a:r>
              <a:t>Check relevance, completeness, tone, factual consistency and formatting.</a:t>
            </a:r>
          </a:p>
          <a:p>
            <a:pPr>
              <a:spcAft>
                <a:spcPts val="1200"/>
              </a:spcAft>
              <a:defRPr sz="1800"/>
            </a:pPr>
            <a:r>
              <a:t>Refine prompts when outputs are vague, incomplete or make unsupported assumptions.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Verify important facts, names, dates, deadlines and decisions.</a:t>
            </a:r>
          </a:p>
          <a:p>
            <a:pPr>
              <a:spcAft>
                <a:spcPts val="1200"/>
              </a:spcAft>
              <a:defRPr sz="1800"/>
            </a:pPr>
            <a:r>
              <a:t>Do not enter confidential information unless workplace policy permits it.</a:t>
            </a:r>
          </a:p>
          <a:p>
            <a:pPr>
              <a:spcAft>
                <a:spcPts val="1200"/>
              </a:spcAft>
              <a:defRPr sz="1800"/>
            </a:pPr>
            <a:r>
              <a:t>AI output is assistance, not automatic approval.</a:t>
            </a:r>
          </a:p>
          <a:p>
            <a:pPr>
              <a:spcAft>
                <a:spcPts val="1200"/>
              </a:spcAft>
              <a:defRPr sz="1800"/>
            </a:pPr>
            <a:r>
              <a:t>Keep a human reviewer responsible for consequential workplace use.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Hallucinations → source-based prompts + verification.</a:t>
            </a:r>
          </a:p>
          <a:p>
            <a:pPr>
              <a:spcAft>
                <a:spcPts val="1200"/>
              </a:spcAft>
              <a:defRPr sz="1800"/>
            </a:pPr>
            <a:r>
              <a:t>Generic outputs → richer context + output templates.</a:t>
            </a:r>
          </a:p>
          <a:p>
            <a:pPr>
              <a:spcAft>
                <a:spcPts val="1200"/>
              </a:spcAft>
              <a:defRPr sz="1800"/>
            </a:pPr>
            <a:r>
              <a:t>Omitted details → structured extraction fields.</a:t>
            </a:r>
          </a:p>
          <a:p>
            <a:pPr>
              <a:spcAft>
                <a:spcPts val="1200"/>
              </a:spcAft>
              <a:defRPr sz="1800"/>
            </a:pPr>
            <a:r>
              <a:t>Over-reliance → visible human-review reminder.</a:t>
            </a:r>
          </a:p>
          <a:p>
            <a:pPr>
              <a:spcAft>
                <a:spcPts val="1200"/>
              </a:spcAft>
              <a:defRPr sz="1800"/>
            </a:pPr>
            <a:r>
              <a:t>Privacy risk → minimize sensitive data and follow organizational policy.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Productivity &amp; Industry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Reduces repetitive administrative effort.</a:t>
            </a:r>
          </a:p>
          <a:p>
            <a:pPr>
              <a:spcAft>
                <a:spcPts val="1200"/>
              </a:spcAft>
              <a:defRPr sz="1800"/>
            </a:pPr>
            <a:r>
              <a:t>Improves consistency of common workplace outputs.</a:t>
            </a:r>
          </a:p>
          <a:p>
            <a:pPr>
              <a:spcAft>
                <a:spcPts val="1200"/>
              </a:spcAft>
              <a:defRPr sz="1800"/>
            </a:pPr>
            <a:r>
              <a:t>Helps users organize tasks and information.</a:t>
            </a:r>
          </a:p>
          <a:p>
            <a:pPr>
              <a:spcAft>
                <a:spcPts val="1200"/>
              </a:spcAft>
              <a:defRPr sz="1800"/>
            </a:pPr>
            <a:r>
              <a:t>Builds skills relevant to AI Prompt Engineer, AI Productivity Specialist, Digital Transformation Analyst, Business Analyst and Operations/Admin roles.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Prototype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Demo 1: enter a workplace situation → generate an email.</a:t>
            </a:r>
          </a:p>
          <a:p>
            <a:pPr>
              <a:spcAft>
                <a:spcPts val="1200"/>
              </a:spcAft>
              <a:defRPr sz="1800"/>
            </a:pPr>
            <a:r>
              <a:t>Demo 2: paste meeting notes → extract decisions and action items.</a:t>
            </a:r>
          </a:p>
          <a:p>
            <a:pPr>
              <a:spcAft>
                <a:spcPts val="1200"/>
              </a:spcAft>
              <a:defRPr sz="1800"/>
            </a:pPr>
            <a:r>
              <a:t>Demo 3: enter tasks → generate a prioritized schedule.</a:t>
            </a:r>
          </a:p>
          <a:p>
            <a:pPr>
              <a:spcAft>
                <a:spcPts val="1200"/>
              </a:spcAft>
              <a:defRPr sz="1800"/>
            </a:pPr>
            <a:r>
              <a:t>Demo 4: supply research text → receive a concise evidence-focused summary.</a:t>
            </a:r>
          </a:p>
          <a:p>
            <a:pPr>
              <a:spcAft>
                <a:spcPts val="1200"/>
              </a:spcAft>
              <a:defRPr sz="1800"/>
            </a:pPr>
            <a:r>
              <a:t>Demo 5: ask a workplace question → chatbot routes and answers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The AI Productivity Assistant demonstrates practical AI use in everyday workplace workflows.</a:t>
            </a:r>
          </a:p>
          <a:p>
            <a:pPr>
              <a:spcAft>
                <a:spcPts val="1200"/>
              </a:spcAft>
              <a:defRPr sz="1800"/>
            </a:pPr>
            <a:r>
              <a:t>It combines automation, prompt engineering, evaluation and responsible AI.</a:t>
            </a:r>
          </a:p>
          <a:p>
            <a:pPr>
              <a:spcAft>
                <a:spcPts val="1200"/>
              </a:spcAft>
              <a:defRPr sz="1800"/>
            </a:pPr>
            <a:r>
              <a:t>Human review remains essential for accuracy, privacy and professional accountability.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